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371600"/>
            <a:ext cx="2103120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5F5F5"/>
                </a:solidFill>
              </a:rPr>
              <a:t>TRIAGE MECANICO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AAAACC"/>
                </a:solidFill>
              </a:rPr>
              <a:t>Sistema Experto de Diagnostico Automotriz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023360"/>
            <a:ext cx="2103120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AA"/>
                </a:solidFill>
              </a:rPr>
              <a:t>Analisis de Datos II — Sistemas Expertos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</a:rPr>
              <a:t>Introduccion y Problema del Dominio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CC"/>
                </a:solidFill>
              </a:rPr>
              <a:t>Por que un Sistema Experto para diagnostico mecanico?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73152" cy="66019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Por que IA Simbolica?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1170432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El diagnostico mecanico requiere experiencia experta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La mayoria de conductores no sabe si pueden seguir manejando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65376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95144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Feigenbaum (1982): un SE usa conocimiento y procedimientos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de inferencia para resolver problemas que requieren experticia humana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08959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38727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Ventajas sobre Deep Learning para este dominio: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68495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Interpretable: cada diagnostico tiene una regla identificable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52543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Explicable: tabla de trazabilidad muestra el razonamiento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Mantenible: agregar fallas = escribir nuevas reglas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39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No requiere datos etiquetados — el conocimiento viene del experto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73152" cy="66019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Dominio y Alcance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1170432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6 sistemas del vehiculo cubiertos: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Frenos | Motor | Refrigeracion | Transmision | Suspension | Electrico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65376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95144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10 tipos de sintomas de entrada: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Ruidos: chirrido, golpeteo, zumbido, crujido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59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Humo: azul, blanco, negro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93007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Temperatura del motor: normal / alta / muy alta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5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Luces del tablero: aceite, temperatura, bateria, check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61103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Vibracion: volante / pedal / todo el auto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4515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Comportamiento del freno y liquido en el piso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199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58967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28 reglas — 4 niveles de urgencia: critica / alta / moderada / baja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</a:rPr>
              <a:t>Base de Conocimiento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CC"/>
                </a:solidFill>
              </a:rPr>
              <a:t>Estructura del RBES — memoria a largo y corto plazo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73152" cy="66019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Componentes de la Base de Conocimiento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1170432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BASE DE REGLAS: 28 reglas IF-THEN organizadas en 6 modulos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SI temperatura=muy_alta Y liquido_piso=refrigerante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65376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Y perdida_potencia=True ENTONCES falla_multiple (critica)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49424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79191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BASE DE HECHOS GENERALES (memoria a largo plazo):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5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Catalogo _RESULTADOS en motor.py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930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Contiene: diagnostico, urgencia, seguro_manejar, accion recomendada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77055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06823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HECHOS DEL CASO (working memory / memoria de corto plazo):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1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Objeto _Sintoma(...) declarado al inicio de cada consulta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3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Los sintomas del conductor para esa sesion especifica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0468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34455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BASE DE PREGUNTAS: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64223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La interfaz Streamlit funciona como modulo de preguntas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914400"/>
            <a:ext cx="3840480" cy="53035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100584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EE87E"/>
                </a:solidFill>
              </a:rPr>
              <a:t># Regla IF-THEN en Python
@Rule(
  _Sintoma(
    temperatura=TEMP_MUY_ALTA,
    perdida_potencia=True,
    liquido_piso=LIQUIDO_REFRIGERANTE
  ),
  NOT(_Diagnostico()),
  salience=97,
)
def refrigeracion_falla_multiple(self):
  self.declare(
    _Diagnostico(
      nombre="refrigeracion
        .falla_multiple"
    )
  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</a:rPr>
              <a:t>Motor de Inferencia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CC"/>
                </a:solidFill>
              </a:rPr>
              <a:t>Forward Chaining — Ciclo Match-Resolve-Act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73152" cy="66019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Ciclo Match-Resolve-Act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1170432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1. MATCH (Coincidencia de patrones):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Compara antecedentes de cada @Rule con los hechos del caso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65376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En Experta: cada regla evaluada contra el _Sintoma declarado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49424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79191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2. RESOLVE (Resolucion de conflictos — estrategia SALIENCE):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5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Importancia: la regla con mayor puntaje de prioridad gana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930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Pastillas y discos: salience=100 (5 condiciones especificas)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5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Recalentamiento critico: salience=93 (condicion termica)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61103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Desbalanceo: salience=52 (condicion generica)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45151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7491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3. ACT (Activacion de consecuencia):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0468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La regla ganadora declara _Diagnostico(nombre=...)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88735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NOT(_Diagnostico()) garantiza UNA sola regla activa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914400"/>
            <a:ext cx="3840480" cy="53035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100584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EE87E"/>
                </a:solidFill>
              </a:rPr>
              <a:t># Regla alta prioridad
@Rule(
  _Sintoma(
    temperatura=TEMP_MUY_ALTA,
    perdida_potencia=True,
    liquido_piso=LIQUIDO_REFRIGERANTE
  ),
  NOT(_Diagnostico()),
  salience=97,  # alta
)
def falla_multiple(self):
  self.declare(...)
# Regla menos especifica
@Rule(
  _Sintoma(temperatura=TEMP_MUY_ALTA),
  NOT(_Diagnostico()),
  salience=93,  # menor
)
def recalentamiento(self):
  self.declare(...)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73152" cy="66019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Experta como Shell del 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1170432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Experta: alternativa Python a CLIPS (visto en Clase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Motor de inferencia tipo forward chaining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65376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Basado en PyKnow (2018), compatible con Python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49424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7919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Componentes de Experta que usamos: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59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Fact: clase base para _Sintoma y _Diagnostico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93007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KnowledgeEngine: motor con ciclo reset-declare-run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5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Rule: decorador que define condicion + accion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61103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NOT: condicion negativa (no existe hecho de tipo 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4515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salience: puntaje de prioridad para resolucion de conflictos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199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58967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Parche de compatibilidad Python 3.10+: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88735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collections.Mapping removido — restaurado manualmente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72783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antes de importar experta para evitar ImportError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</a:rPr>
              <a:t>Innovaciones del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CC"/>
                </a:solidFill>
              </a:rPr>
              <a:t>Sintomas opcionales + Fuzzy Scoring + Reglas multiples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73152" cy="66019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Sintomas Visuales Opcionales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1170432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PROBLEMA: RBES clasico falla si falta cualquier condicion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La luz de temperatura requiere que el foco funcione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65376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Si el foco esta quemado — la regla no dispara aunque el motor se queme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49424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79191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SOLUCION: campos opcionales en la evaluacion de reglas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5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_CAMPOS_OPCIONALES = {'luces'}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930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Si luces='ninguna' → condicion EXCLUIDA del chequeo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5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La regla puede disparar solo con sintomas fisicos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61103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90871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Motor y Refrigeracion: reglas sin condicion de luz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3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Detectan recalentamiento con solo temperatura=muy_alta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0468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Electrico: si requiere luz (es la premisa principal)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34455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bateria_alternador solo dispara si luz de bateria esta encendida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914400"/>
            <a:ext cx="3840480" cy="53035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100584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EE87E"/>
                </a:solidFill>
              </a:rPr>
              <a:t># Antes (bloqueante):
@Rule(
  _Sintoma(
    temperatura=TEMP_MUY_ALTA,
    luces=LUZ_TEMPERATURA  # BLOQUEA
  ),
  salience=93,
)
# Ahora (opcional):
@Rule(
  _Sintoma(temperatura=TEMP_MUY_ALTA),
  # luces no en Rule
  salience=93,
)
# En _encontrar_compatibles:
if campo in _CAMPOS_OPCIONALES\
   and sintomas[campo] == 'ninguna':
    continue  # no bloquea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73152" cy="66019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Fuzzy Scoring y Reglas Multiples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1170432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FUZZY SCORING — fallback cuando el engine no dispara exactamente: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Inspirado en los Fuzzy ES de la Clase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65376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Para cada regla: confianza = condiciones_cumplidas / activas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49424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Umbral: si alguna regla supera 70%, es candidata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33472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Gana la de mayor urgencia; en empate, la de mayor confianza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Los campos opcionales se excluyen del denominador si no reportados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0156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31335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TODAS LAS REGLAS COMPATIBLES — innovacion de esta version: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61103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_encontrar_compatibles(sintomas) evalua TODAS las reglas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4515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Resultado: diagnostico = el mas urgente (salience maxima)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199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Tabla reglas_disparadas = TODAS las compatibles ordenadas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13247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Ejemplo: frenos.liquido_bajo + refrigeracion.recalentamiento_critico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97295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El conductor ve ambos problemas aunque el diagnostico sea uno solo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</a:rPr>
              <a:t>Sistema de Explicacion e Interfaz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CC"/>
                </a:solidFill>
              </a:rPr>
              <a:t>Trazabilidad del razonamiento + Streamlit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73152" cy="66019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Sistema de Explicacion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1170432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Componente clave de todo SE: el usuario debe entender el POR 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En aplicaciones criticas (salud, seguridad) la explicabilidad es esencial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65376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95144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Tabla 'Reglas que se dispararon':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Regla: identificador (ej: refrigeracion.recalentamiento_critico)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59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Sistema: modulo afectado (Refrigeracion, Frenos, Motor...)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93007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Diagnostico asociado: descripcion de la falla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5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Urgencia: critica/alta/moderada/baja con icono de color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61103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9087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Si hay multiples reglas compatibles, todas aparecen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39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ordenadas por urgencia descendente (mas critica primero)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04687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34455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Esto permite al mecanico revisar TODAS las areas afectadas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64223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no solo la de mayor prioridad — vision completa del problema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73152" cy="66019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Interfaz con Streamlit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1170432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Framework Python para apps web interactivas (Clase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pip install streamlit → streamlit run app.py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65376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95144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Componentes de la UI: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Sidebar: checkboxes por categoria + campos condicionales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59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Badge de urgencia: color semaforo (rojo/naranja/amarillo/verde)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93007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Gauge Plotly: nivel de urgencia en escala 0-100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5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4 Cards: sistema afectado, diagnostico, seguridad, accion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61103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Tabla de reglas: DataFrame con columnas de contexto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4515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5 Casos demo: escenarios precargados para demostracion rapida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199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58967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Flujo del usuario: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88735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1. Seleccionar categorias de sintomas en sidebar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72783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2. Completar campos especificos de cada categoria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65683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3. Presionar Diagnosticar → ver resultado con trazabilidad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</a:rPr>
              <a:t>Resultados y Conclusiones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CC"/>
                </a:solidFill>
              </a:rPr>
              <a:t>Arquitectura final, QA y aprendizajes del proyecto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73152" cy="66019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Arquitectura Final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1170432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Sintomas del conductor (Streamlit UI)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65376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v  src/motor.py (orquestador)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49424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[1] TriageEngine (Experta) — Forward Chaining + Salience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3347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Regla ganadora = diagnostico principal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[2] _encontrar_compatibles() — todas las reglas compatibles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01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Usadas para la tabla de trazabilidad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85615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[3] Fallback: _score_fuzzy() — si no hay match exacto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9663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Logica difusa con umbral 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5371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5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v  app.py (Streamlit)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21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Badge urgencia + Gauge + 4 Cards + Tabla reglas disparadas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914400"/>
            <a:ext cx="3840480" cy="53035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100584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EE87E"/>
                </a:solidFill>
              </a:rPr>
              <a:t># Flujo diagnosticar()
engine = TriageEngine()
engine.reset()
engine.declare(_Sintoma(**s))
engine.run()
# Regla ganadora
ganador = None
for fact in engine.facts.values():
  if isinstance(fact, _Diagnostico):
    ganador = fact['nombre']
# Todas las compatibles
todas = _encontrar_compatibles(s)
if ganador:
  return _construir_resultado(
    ganador, todas
  )
# Fallback fuzzy
return _score_fuzzy(s)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73152" cy="66019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Resultados QA y Conclusiones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1170432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RESULTADOS QA: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30 casos de prueba en data/casos_prueba.csv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65376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28/30 correctos — 93% de tasa de acierto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49424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Los 2 casos restantes: inconsistencias del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33472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(mismos sintomas mapeados a diagnosticos distintos)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47287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CONCLUSIONES: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5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RBES ideal cuando el conocimiento es explícito y la explicabilidad importa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61103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Extension fuzzy maneja imprecision del diagnostico de campo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4515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Sintomas opcionales modelan informacion incompleta del conductor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199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Todas las reglas compatibles dan vision completa del problema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13247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43015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DDDEE"/>
                </a:solidFill>
              </a:rPr>
              <a:t>   TRABAJO FUTURO: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72783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Mas sintomas (ruidos especificos, codigos OBD)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656831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       Neural-ES hibrido para aprendizaje inductivo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AA"/>
                </a:solidFill>
              </a:rPr>
              <a:t>Triage Mecanico — Sistema Experto | AD2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5F5F5"/>
                </a:solidFill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AAAACC"/>
                </a:solidFill>
              </a:rPr>
              <a:t>Preguntas?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AA"/>
                </a:solidFill>
              </a:rPr>
              <a:t>Analisis de Datos II — Sistemas Expertos | AD2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